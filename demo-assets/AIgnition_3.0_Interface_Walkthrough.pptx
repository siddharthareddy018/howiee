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NETELIXIR AIGNITION 3.0 · TEAM TECHBLAZERS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Multi-Channel Ad Revenue Forecasting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revenue forecasts, budget optimization, and grounded AI narratives — a walkthrough of every screen in the app, what it shows, and why it's built that way.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Walkthrough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System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2743200" cy="0"/>
          </a:xfrm>
          <a:prstGeom prst="line">
            <a:avLst/>
          </a:prstGeom>
          <a:noFill/>
          <a:ln w="25400">
            <a:solidFill>
              <a:srgbClr val="C98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201C16"/>
          </a:solidFill>
          <a:ln w="12700">
            <a:solidFill>
              <a:srgbClr val="3A34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Ads, Meta Ads, and Bing Ads campaign data — with automatic schema mapping and mangled-file tolerance.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201C16"/>
          </a:solidFill>
          <a:ln w="12700">
            <a:solidFill>
              <a:srgbClr val="3A34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19659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30/60/90-day revenue as a probability range (P10–P90), not a single fragile number.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201C16"/>
          </a:solidFill>
          <a:ln w="12700">
            <a:solidFill>
              <a:srgbClr val="3A34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00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5661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today's existing budget should move, using fitted Hill saturation curves per channel/campaign type.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0632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201C16"/>
          </a:solidFill>
          <a:ln w="12700">
            <a:solidFill>
              <a:srgbClr val="3A34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200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35661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→ campaign type → channel → total, so every rollup sums exactly, enforced by MinTrace.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201C16"/>
          </a:solidFill>
          <a:ln w="12700">
            <a:solidFill>
              <a:srgbClr val="3A34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51663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grounded AI narrative layer that only states numbers it can verify against the model's own output.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6634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201C16"/>
          </a:solidFill>
          <a:ln w="12700">
            <a:solidFill>
              <a:srgbClr val="3A34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Proves itself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51663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Backtests, calibration diagrams, and naive-baseline comparisons — the model shows its own homework.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AIGNITION 3.0 · TEAM TECHBLAZERS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01C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Dashboard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10896" y="905256"/>
            <a:ext cx="7059168" cy="4453128"/>
          </a:xfrm>
          <a:prstGeom prst="roundRect">
            <a:avLst>
              <a:gd name="adj" fmla="val 1232"/>
            </a:avLst>
          </a:prstGeom>
          <a:solidFill>
            <a:srgbClr val="0B0A07"/>
          </a:solidFill>
          <a:ln w="19050">
            <a:solidFill>
              <a:srgbClr val="C98A2C"/>
            </a:solidFill>
            <a:prstDash val="solid"/>
          </a:ln>
        </p:spPr>
      </p:sp>
      <p:pic>
        <p:nvPicPr>
          <p:cNvPr id="6" name="Image 0" descr="/home/claude/shots_annotated/01_executive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694944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96012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1234440"/>
            <a:ext cx="4142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 screen a non-technical stakeholder needs: a plain-English headline, KPI cards, per-channel recommendations, auto-computed budget moves, and a downloadable summary.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0" y="21488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IT'S BUILT THIS WAY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2423160"/>
            <a:ext cx="4142232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Leads with a single sentence — projected revenue, range, spend, and ROAS — before any chart, so the takeaway never requires scrolling.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Budget Moves reuses the same Hill-curve allocator as Budget What-If, but needs zero inputs — it defaults to today's existing spend.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channel always gets a recommendation card, even a 'Stable — keep monitoring' one, so nothing silently drops off the page.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'Download summary (.txt)' button lets the reader forward or print the takeaway without screenshotting the dashboard.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AIGNITION 3.0 · TEAM TECHBLAZERS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1 of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01C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Health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10896" y="905256"/>
            <a:ext cx="7059168" cy="4453128"/>
          </a:xfrm>
          <a:prstGeom prst="roundRect">
            <a:avLst>
              <a:gd name="adj" fmla="val 1232"/>
            </a:avLst>
          </a:prstGeom>
          <a:solidFill>
            <a:srgbClr val="0B0A07"/>
          </a:solidFill>
          <a:ln w="19050">
            <a:solidFill>
              <a:srgbClr val="C98A2C"/>
            </a:solidFill>
            <a:prstDash val="solid"/>
          </a:ln>
        </p:spPr>
      </p:sp>
      <p:pic>
        <p:nvPicPr>
          <p:cNvPr id="6" name="Image 0" descr="/home/claude/shots_annotated/02_data_heal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694944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96012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1234440"/>
            <a:ext cx="4142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live, per-file ingestion report — recomputed on every run from whatever is in --data-dir, not cached from training time.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0" y="21488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IT'S BUILT THIS WAY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2423160"/>
            <a:ext cx="4142232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 exactly how each column in a raw export was mapped (exact vs. fuzzy match), what was ignored, and what was left as genuine missing data rather than fabricated.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Flags revenue confidence per channel — direct vs. proxy (conversion-value-derived) — so a viewer knows which numbers are measured vs. estimated.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survive real-world messiness: mangled headers, extra columns, and missing fields don't break the pipeline, they get reported.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AIGNITION 3.0 · TEAM TECHBLAZERS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2 of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01C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10896" y="905256"/>
            <a:ext cx="7059168" cy="4453128"/>
          </a:xfrm>
          <a:prstGeom prst="roundRect">
            <a:avLst>
              <a:gd name="adj" fmla="val 1232"/>
            </a:avLst>
          </a:prstGeom>
          <a:solidFill>
            <a:srgbClr val="0B0A07"/>
          </a:solidFill>
          <a:ln w="19050">
            <a:solidFill>
              <a:srgbClr val="C98A2C"/>
            </a:solidFill>
            <a:prstDash val="solid"/>
          </a:ln>
        </p:spPr>
      </p:sp>
      <p:pic>
        <p:nvPicPr>
          <p:cNvPr id="6" name="Image 0" descr="/home/claude/shots_annotated/03_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694944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96012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1234440"/>
            <a:ext cx="4142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probabilistic forecast: historical daily revenue plus a forward-looking P10–P90 fan chart for the selected horizon and scope.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0" y="21488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IT'S BUILT THIS WAY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2423160"/>
            <a:ext cx="4142232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forecast is a range, not a point estimate — pretending to know the exact number would be dishonest for a real budget decision.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Hover any point on the chart for the exact percentile value; hover the chart itself to reveal Plotly's native toolbar — zoom, box-select, pan, autoscale, reset axes, and PNG export.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optional day-by-day seasonal decomposition view breaks the flat forecast window into an implied daily shape, for teams that want a calendar-level view.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AIGNITION 3.0 · TEAM TECHBLAZERS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3 of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01C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What-If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10896" y="905256"/>
            <a:ext cx="7059168" cy="4453128"/>
          </a:xfrm>
          <a:prstGeom prst="roundRect">
            <a:avLst>
              <a:gd name="adj" fmla="val 1232"/>
            </a:avLst>
          </a:prstGeom>
          <a:solidFill>
            <a:srgbClr val="0B0A07"/>
          </a:solidFill>
          <a:ln w="19050">
            <a:solidFill>
              <a:srgbClr val="C98A2C"/>
            </a:solidFill>
            <a:prstDash val="solid"/>
          </a:ln>
        </p:spPr>
      </p:sp>
      <p:pic>
        <p:nvPicPr>
          <p:cNvPr id="6" name="Image 0" descr="/home/claude/shots_annotated/04_budget_what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694944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96012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1234440"/>
            <a:ext cx="4142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live, instantly-recomputed 'what if I spent 1.5x' slider — re-scores the model at any hypothetical daily-budget multiplier.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0" y="21488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IT'S BUILT THIS WAY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2423160"/>
            <a:ext cx="4142232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Monotonic by construction: dragging the slider up never produces a lower forecast than a lower multiplier — enforced numerically, not just visually.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Sums campaign-level forecasts directly (no hierarchy reconciliation) specifically to stay instant under a slider drag; the Breakdown tab has the fully reconciled version for final numbers.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Hill-curve explorer below shows the fitted response curve per channel/campaign type, with the current operating point marked — this is what powers the Executive Dashboard's automatic recommendations.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AIGNITION 3.0 · TEAM TECHBLAZERS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4 of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01C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Breakdown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10896" y="905256"/>
            <a:ext cx="7059168" cy="4453128"/>
          </a:xfrm>
          <a:prstGeom prst="roundRect">
            <a:avLst>
              <a:gd name="adj" fmla="val 1232"/>
            </a:avLst>
          </a:prstGeom>
          <a:solidFill>
            <a:srgbClr val="0B0A07"/>
          </a:solidFill>
          <a:ln w="19050">
            <a:solidFill>
              <a:srgbClr val="C98A2C"/>
            </a:solidFill>
            <a:prstDash val="solid"/>
          </a:ln>
        </p:spPr>
      </p:sp>
      <p:pic>
        <p:nvPicPr>
          <p:cNvPr id="6" name="Image 0" descr="/home/claude/shots_annotated/05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694944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96012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1234440"/>
            <a:ext cx="4142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fully reconciled hierarchy — campaign → campaign type → channel → total — as an interactive treemap/sunburst plus per-level bar charts with uncertainty bands.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0" y="21488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IT'S BUILT THIS WAY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2423160"/>
            <a:ext cx="4142232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Coherence is enforced, not hoped for: channel totals sum exactly to the grand total (MinTrace reconciliation, Wickramasuriya et al. 2019) — verified every run, max error printed on-screen.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Treemap/sunburst communicates proportions at a glance; the bar charts underneath add the P10–P90 band a treemap can't show.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any segment to drill in — starts collapsed at campaign-type level since 168 individual campaigns is too dense to show flat.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AIGNITION 3.0 · TEAM TECHBLAZERS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5 of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01C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10896" y="905256"/>
            <a:ext cx="7059168" cy="4453128"/>
          </a:xfrm>
          <a:prstGeom prst="roundRect">
            <a:avLst>
              <a:gd name="adj" fmla="val 1232"/>
            </a:avLst>
          </a:prstGeom>
          <a:solidFill>
            <a:srgbClr val="0B0A07"/>
          </a:solidFill>
          <a:ln w="19050">
            <a:solidFill>
              <a:srgbClr val="C98A2C"/>
            </a:solidFill>
            <a:prstDash val="solid"/>
          </a:ln>
        </p:spPr>
      </p:sp>
      <p:pic>
        <p:nvPicPr>
          <p:cNvPr id="6" name="Image 0" descr="/home/claude/shots_annotated/06_ai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694944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96012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1234440"/>
            <a:ext cx="4142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narrative summary of the forecast, written either by an LLM or by a deterministic rule-based fallback — every number is checked against the model's own output before it's shown.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0" y="21488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IT'S BUILT THIS WAY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2423160"/>
            <a:ext cx="4142232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by construction: the narrator is only allowed to state facts from a pre-computed 'grounding context' — it cannot invent a number that isn't already verified.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with zero internet access or API key: falls back to a rule-based narrator using the same grounding data, so the demo never depends on a live LLM call succeeding.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card is labeled with its source (LLM-generated vs. rule-based) so a reader always knows which kind of summary they're reading.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AIGNITION 3.0 · TEAM TECHBLAZERS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6 of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01C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Reliability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10896" y="905256"/>
            <a:ext cx="7059168" cy="4453128"/>
          </a:xfrm>
          <a:prstGeom prst="roundRect">
            <a:avLst>
              <a:gd name="adj" fmla="val 1232"/>
            </a:avLst>
          </a:prstGeom>
          <a:solidFill>
            <a:srgbClr val="0B0A07"/>
          </a:solidFill>
          <a:ln w="19050">
            <a:solidFill>
              <a:srgbClr val="C98A2C"/>
            </a:solidFill>
            <a:prstDash val="solid"/>
          </a:ln>
        </p:spPr>
      </p:sp>
      <p:pic>
        <p:nvPicPr>
          <p:cNvPr id="6" name="Image 0" descr="/home/claude/shots_annotated/07_model_reli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694944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96012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0" y="1234440"/>
            <a:ext cx="4142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model's own report card: cross-validation protocols, holdout accuracy, naive-baseline comparison, and a calibration diagram checking whether the P10–P90 bands are honest.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0" y="21488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IT'S BUILT THIS WAY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2423160"/>
            <a:ext cx="4142232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diagram plots nominal vs. empirical coverage — if the 80% band doesn't actually contain ~80% of outcomes, this is where that would show up.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Compares against a naive baseline at every horizon, so 'the model works' is a relative, falsifiable claim, not an assertion.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held-out test set, evaluated once and never used for tuning, keeps the headline accuracy numbers honest.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AIGNITION 3.0 · TEAM TECHBLAZERS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7 of 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Running the Pipeline Produces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743200" cy="0"/>
          </a:xfrm>
          <a:prstGeom prst="line">
            <a:avLst/>
          </a:prstGeom>
          <a:noFill/>
          <a:ln w="25400">
            <a:solidFill>
              <a:srgbClr val="C98A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file below is written fresh by ./run.sh &lt;data_dir&gt; &lt;model_path&gt; &lt;output_csv&gt; — nothing is pre-baked. Point --data-dir at a different CSV set (e.g. the judges' own test data) and every one of these regenerates from that data, with no code changes.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834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predictions.csv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66160" y="1783080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primary deliverable.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60720" y="1783080"/>
            <a:ext cx="57607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row per campaign × forecast horizon: P05–P95 revenue quantiles, assumed spend, ROAS, plausibility flags, and saturation status. This is what the dashboard reads.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881360" cy="0"/>
          </a:xfrm>
          <a:prstGeom prst="line">
            <a:avLst/>
          </a:prstGeom>
          <a:noFill/>
          <a:ln w="6350">
            <a:solidFill>
              <a:srgbClr val="3A34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13432"/>
            <a:ext cx="2834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reconciled_hierarchy.csv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66160" y="2313432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Hierarchy roll-up.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0" y="2313432"/>
            <a:ext cx="57607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→ campaign type → channel → total, reconciled with MinTrace so every level sums exactly to its parent — powers the Breakdown tab.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10881360" cy="0"/>
          </a:xfrm>
          <a:prstGeom prst="line">
            <a:avLst/>
          </a:prstGeom>
          <a:noFill/>
          <a:ln w="6350">
            <a:solidFill>
              <a:srgbClr val="3A34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43784"/>
            <a:ext cx="2834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data_health.json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6160" y="2843784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Per-file ingestion report.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0" y="2843784"/>
            <a:ext cx="57607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columns were mapped (exact vs. fuzzy), what was ignored, row/campaign counts, and revenue confidence (direct vs. proxy) — per source file, recomputed every run.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300984"/>
            <a:ext cx="10881360" cy="0"/>
          </a:xfrm>
          <a:prstGeom prst="line">
            <a:avLst/>
          </a:prstGeom>
          <a:noFill/>
          <a:ln w="6350">
            <a:solidFill>
              <a:srgbClr val="3A34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74136"/>
            <a:ext cx="2834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hill_curves.json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6160" y="3374136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Saturation curves.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60720" y="3374136"/>
            <a:ext cx="57607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fitted Hill response curve per channel/campaign-type (spend → revenue), used by the budget allocator and the Budget What-If tab.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831336"/>
            <a:ext cx="10881360" cy="0"/>
          </a:xfrm>
          <a:prstGeom prst="line">
            <a:avLst/>
          </a:prstGeom>
          <a:noFill/>
          <a:ln w="6350">
            <a:solidFill>
              <a:srgbClr val="3A34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04488"/>
            <a:ext cx="2834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reliability.json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66160" y="3904488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self-report card.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60720" y="3904488"/>
            <a:ext cx="57607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Cross-validation results, holdout accuracy, naive-baseline comparison, calibration data — powers the Model Reliability tab.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361688"/>
            <a:ext cx="10881360" cy="0"/>
          </a:xfrm>
          <a:prstGeom prst="line">
            <a:avLst/>
          </a:prstGeom>
          <a:noFill/>
          <a:ln w="6350">
            <a:solidFill>
              <a:srgbClr val="3A34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34840"/>
            <a:ext cx="2834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causal_summary.json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66160" y="4434840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narrative output.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60720" y="4434840"/>
            <a:ext cx="57607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LLM (or rule-based fallback) summaries per scope, with the exact grounding facts the narrator was restricted to.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10881360" cy="0"/>
          </a:xfrm>
          <a:prstGeom prst="line">
            <a:avLst/>
          </a:prstGeom>
          <a:noFill/>
          <a:ln w="6350">
            <a:solidFill>
              <a:srgbClr val="3A34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965192"/>
            <a:ext cx="2834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mpc_reallocation_backtest.json /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98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hindsight_regret_audit.json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66160" y="4965192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Budget-strategy backtests.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60720" y="4965192"/>
            <a:ext cx="57607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rolling-horizon reallocation strategy would have performed vs. open-loop and vs. what actually happened.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5422392"/>
            <a:ext cx="10881360" cy="0"/>
          </a:xfrm>
          <a:prstGeom prst="line">
            <a:avLst/>
          </a:prstGeom>
          <a:noFill/>
          <a:ln w="6350">
            <a:solidFill>
              <a:srgbClr val="3A34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495544"/>
            <a:ext cx="2834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features.parquet /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98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data_quality_report.txt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566160" y="5495544"/>
            <a:ext cx="21031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6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Intermediate artifacts.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760720" y="5495544"/>
            <a:ext cx="57607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Engineered features used for training/inference, and a plain-text data-quality log — useful for debugging a new data drop.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AIGNITION 3.0 · TEAM TECHBLAZERS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Outputs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Survive Scrutiny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9875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Runs clean on a fresh git clone, fresh venv, zero manual fixes — verified end-to-end.</a:t>
            </a:r>
            <a:endParaRPr lang="en-US" sz="160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internet dependency at inference time: LLM narration degrades gracefully to a grounded rule-based fallback.</a:t>
            </a:r>
            <a:endParaRPr lang="en-US" sz="160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headline number is traceable back to a specific, testable computation — 172+ passing tests.</a:t>
            </a:r>
            <a:endParaRPr lang="en-US" sz="160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600" dirty="0">
                <a:solidFill>
                  <a:srgbClr val="EDE4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is never hidden: every forecast ships as a range, every allocator decision cites the marginal ROAS behind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AIGNITION 3.0 · TEAM TECHBLAZERS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2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2026-07-19T13:57:07Z</dcterms:created>
  <dcterms:modified xsi:type="dcterms:W3CDTF">2026-07-19T13:57:07Z</dcterms:modified>
</cp:coreProperties>
</file>